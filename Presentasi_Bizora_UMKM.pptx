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3" name="Image 0" descr="C:/Project/umkm/frontend/src/assets/bizor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01168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463040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63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PLATFORM BISNIS DIGITAL #1 UNTUK UMKM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Kelola Kasir, Stok Gudang,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Keuangan dalam Satu Sentuhan.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POS Cloud &amp; Offline Resilience yang dirancang khusus untuk mempercepat transaksi, mencegah kebocoran barang, dan meningkatkan profit UMKM Indonesia.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4023360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 Aman Saat Offline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1248" y="4343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Tetap transaksi saat internet mati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91840" y="4023360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1568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Multi-Device Bebas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01568" y="4343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Bisa di HP, Tablet, &amp; Komputer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4023360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61888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Setup 5 Menit Langsung Siap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61888" y="4343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Tanpa beli hardware khusus mahal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TANTANGAN OPERASIONAL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Masalah Klasik yang Menguras Waktu &amp; Modal Usaha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Apakah bisnis Anda masih menghadapi salah satu dari kendala berikut setiap hari?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Kerugian Modal Fisik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Kebocoran Stok &amp; Selisih Barang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Catatan stok di buku sering tidak cocok dengan fisik di gudang. Barang hilang tanpa tahu siapa yang mengambil, kulakan jadi berantakan.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37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Kehilangan Pembeli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Kasir Macet Saat Internet Putus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POS biasa mati gaya saat Wi-Fi drop atau mati lampu. Pelanggan menumpuk di antrean kasir, komplain, hingga batal belanja.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3337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Buta Keuangan Usaha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012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Laba Bersih &amp; HPP Gelap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931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Omzet penjualan terlihat besar, tapi uang kas habis. Pemilik toko tidak tahu berapa margin riil per item karena HPP tidak dihitung otomatis.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3337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Biaya Investasi Tinggi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Mesin POS Mahal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931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kasir lain menuntut pembelian mesin POS khusus berharga Rp 5–10 juta. Sangat memberatkan untuk ekspansi cabang baru.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 BIZORA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 Platform Cerdas untuk 3 Pilar Operasional Toko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Semua data terintegrasi langsung secara real-time dari meja kasir hingga dashboard pemilik.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2468880" cy="301752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246888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Kasir POS Cepat &amp; Kilat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Scan barcode kamera / laser &lt; 1 detik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8712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Cetak struk ke printer thermal Bluetooth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Mendukung Tunai, QRIS, &amp; Transfer Bank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Buka / Tutup Shift kasir cegah selisih laci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0782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Tahan pesanan &amp; diskon bertingkat member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1600200"/>
            <a:ext cx="2468880" cy="301752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600200"/>
            <a:ext cx="24688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Manajemen Stok Gudang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Kartu stok tercatat otomatis per transaksi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20440" y="28712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Peringatan otomatis saat stok menipis (min)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20440" y="3273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Dukungan multi-satuan (Dus, Pack, Pcs)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20440" y="3675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Purchase Order (PO) &amp; kulakan ke supplier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40782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Opname stok mudah tanpa tutup toko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1600200"/>
            <a:ext cx="2468880" cy="301752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600200"/>
            <a:ext cx="24688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Keuangan &amp; Laba Rugi Riil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Kalkulasi HPP otomatis (Average Costing)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8712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Laporan Laba Kotor &amp; Laba Bersih harian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3273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Analisis 10 Produk Penyumbang Untung Terbesar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3675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Arus Kas Masuk &amp; Kas Keluar operasional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40782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Ekspor laporan lengkap ke Excel &amp; PDF resmi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TEKNOLOGI EKSKLUSIF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Resilience: Kasir Tetap Jalan Tanpa Internet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 perlu cemas saat internet provider mati, sinyal drop, atau toko Anda berada di area basement.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566160" cy="3017520"/>
          </a:xfrm>
          <a:prstGeom prst="roundRect">
            <a:avLst>
              <a:gd name="adj" fmla="val 424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Kesiapan Operasional 100%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Mayoritas aplikasi kasir cloud akan lumpuh total ketika koneksi terputus. Bizora dibangun dengan arsitektur penyimpanan lokal cerdas (IndexedDB).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Begitu internet mati, sistem otomatis beralih ke Mode Offline tanpa notifikasi yang membingungkan pelanggan kasir.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79476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8587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Jaminan Layanan: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40690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Antrean tidak terhenti, reputasi toko aman terjaga.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393192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099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Scan &amp; Checkout Offline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Kasir tetap bisa scan barcode, input harga, terima uang tunai, dan cetak struk dengan invoice resmi OFF-YYYYMMDD-XXXX.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2624328"/>
            <a:ext cx="393192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734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Potong Stok Seketika di Device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9900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lokal langsung berkurang secara akurat sehingga staf kasir tidak akan menjual barang yang sudah habis.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3648456"/>
            <a:ext cx="393192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7581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Auto-Sync Saat Internet Kembali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40142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 Wi-Fi nyala kembali, seluruh data antrean offline diunggah otomatis ke Cloud tanpa staf perlu mengetik ulang.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FLEKSIBILITAS INDUSTRI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 Aplikasi, Siap Disesuaikan untuk Berbagai Sektor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Antarmuka Bizora otomatis beradaptasi dengan model operasional bisnis yang Anda daftarkan.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  Retail &amp; Toko Grosir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Cocok untuk: Minimarket, Toko Kelontong, Fashion, Apotek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Scan Barcode Cepat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Varian Warna &amp; Ukuran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578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Harga Grosir Bertingkat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2578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Stok Multi-Satuan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☕  Kuliner (F&amp;B)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Cocok untuk: Restoran, Kafe, Food Truck, Bakery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Manajemen Nomor Meja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Resep &amp; BOM Bahan Baku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578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Kitchen Display / Order Dapur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2578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Split Bill &amp; Gabung Tagihan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1546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Jasa &amp; Servis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Cocok untuk: Bengkel, Servis AC/HP, Salon, Laundry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 SPK &amp; Work Order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0604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Penugasan Montir/Teknisi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Komisi Kinerja Staf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Pantau Status Progres Servis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1546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🌱  Budidaya &amp; Agribisnis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5661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Cocok untuk: Peternakan, Tambak Ikan, Kebun Buah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Pelacakan Siklus Kolam/Kandang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Monitoring Pakan Harian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Pencatatan Mortalitas Hewan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Kalkulasi HPP Panen Nyata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PERBANDINGAN SISTEM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Keunggulan Bizora Dibandingkan Solusi Lain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Bandingkan efisiensi dan fleksibilitas Bizora dengan kasir konvensional maupun aplikasi lama.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Fitur &amp; Kemampuan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Cara Konvensional (Buku/Nota)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Software POS Lain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BIZORA PLATFORM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Kecepatan Melayani Kasir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Lambat (Tulis tangan)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Sedang (Tergantung spek)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⚡ Super Cepat (&lt; 2 Detik)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Ketika Internet Mati / Wi-Fi Putus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catat di kertas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Error / Transaksi Macet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🛡️ 100% Berjalan Normal (Auto-Sync)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Kebutuhan Perangkat Hardware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Kalkulator &amp; Nota cetak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Wajib Beli Mesin POS Rp 5-10 Jt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📱 Pakai HP/Tablet/Laptop Sendiri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Kalkulasi HPP &amp; Laba Bersih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Kira-kira di akhir bulan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 terpisah (bayar ekstra)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💰 Otomatis Terhitung Tiap Transaksi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Pantau Omzet dari Luar Kota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Tanya staf via telepon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Bisa tapi lambat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📊 Dashboard Real-Time di Smartphone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INVESTASI &amp; RETURN ON INVESTMENT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Biaya Sangat Terjangkau, Terbukti Langsung Balik Modal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46888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UMKM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 Rp 49.000 / bln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warung, kios, &amp; usaha mandiri pemula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 Akun Kasir POS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715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Hingga 500 Transaksi / bln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0083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Katalog &amp; Kartu Stok Produk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3009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Laporan Penjualan Dasar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325880"/>
            <a:ext cx="2468880" cy="2377440"/>
          </a:xfrm>
          <a:prstGeom prst="roundRect">
            <a:avLst>
              <a:gd name="adj" fmla="val 5385"/>
            </a:avLst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1216152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121615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PALING BANYAK DIPILIH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20440" y="1508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Growth (Populer)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 Rp 129.000 / bln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toko retail, kafe, &amp; bisnis bertumbuh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20440" y="2423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Unlimited Transaksi Kasir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2715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Multi-Device (HP + Tablet)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0083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Kalkulasi HPP &amp; Laba Bersih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3009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Kontrol Akses Staf / Role Hak Akses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1325880"/>
            <a:ext cx="246888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508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Multi-Cabang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 Rp 249.000 / bln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bisnis dengan banyak cabang &amp; gudang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26480" y="2423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Semua Fitur Paket Pro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2715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Multi-Outlet Terpusat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30083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Integrasi API Pengembang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33009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Dukungan Prioritas CS 24/7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3886200"/>
            <a:ext cx="768096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397764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Kalkulasi Return on Investment (ROI) Nyata: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2519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Dengan mencegah selisih stok rata-rata Rp 500.000/bulan dan menghemat 20 jam kerja rekap manual kasir, Bizora membayar investasinya sendiri hanya dalam 10 hari pertama pemakaian.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Project/umkm/frontend/src/assets/bizor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182880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25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 Mengubah Cara Bisnis Anda Bertumbuh?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Daftar hari ini dan rasakan kemudahan pengelolaan toko tanpa pusing catatan manual.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2423160"/>
            <a:ext cx="246888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Langkah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Coba Gratis 14 Hari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Daftar akun instan tanpa perlu kartu kredit.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2423160"/>
            <a:ext cx="246888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2044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Langkah 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52044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Bantuan Setup Toko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044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kami bantu impor barang dari Excel dalam 15 menit.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2423160"/>
            <a:ext cx="246888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Langkah 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2648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 Jualan Cepat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Kasir langsung siap melayani pelanggan hari ini.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" y="38862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Hubungi Tim Konsultan Bizora untuk Demo Langsung: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60120" y="422452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/ Call: 0812-XXXX-XXXX  |  Email: halo@bizora.id  |  Website: bizora.id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Bizora Indonesia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Bizora - Solusi Bisnis Digital &amp; Kasir Modern UMKM</dc:title>
  <dc:subject>PptxGenJS Presentation</dc:subject>
  <dc:creator>Bizora Digital Team</dc:creator>
  <cp:lastModifiedBy>Bizora Digital Team</cp:lastModifiedBy>
  <cp:revision>1</cp:revision>
  <dcterms:created xsi:type="dcterms:W3CDTF">2026-09-24T12:48:16Z</dcterms:created>
  <dcterms:modified xsi:type="dcterms:W3CDTF">2026-09-24T12:48:16Z</dcterms:modified>
</cp:coreProperties>
</file>